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6ee15f2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6ee15f2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6d32653a4_4_82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g3e6d32653a4_4_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Top-down shooters are common in indie and arcade-style games. They emphasize movement and quick reactions.</a:t>
            </a:r>
            <a:endParaRPr/>
          </a:p>
        </p:txBody>
      </p:sp>
      <p:sp>
        <p:nvSpPr>
          <p:cNvPr id="133" name="Google Shape;133;g3e6d32653a4_4_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6d32653a4_4_75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g3e6d32653a4_4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demonstrates a basic top-down shooter using Pygame. It focuses on core mechanics found in many games.</a:t>
            </a:r>
            <a:endParaRPr/>
          </a:p>
        </p:txBody>
      </p:sp>
      <p:sp>
        <p:nvSpPr>
          <p:cNvPr id="140" name="Google Shape;140;g3e6d32653a4_4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b545376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b545376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6d32653a4_4_112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e6d32653a4_4_1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Difficulty scaling is important for keeping the game engaging over time.</a:t>
            </a:r>
            <a:endParaRPr/>
          </a:p>
        </p:txBody>
      </p:sp>
      <p:sp>
        <p:nvSpPr>
          <p:cNvPr id="153" name="Google Shape;153;g3e6d32653a4_4_1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6fb8740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6fb8740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6d32653a4_4_142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e6d32653a4_4_1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Fixing these issues would make the game more functional and scalable.</a:t>
            </a:r>
            <a:endParaRPr/>
          </a:p>
        </p:txBody>
      </p:sp>
      <p:sp>
        <p:nvSpPr>
          <p:cNvPr id="166" name="Google Shape;166;g3e6d32653a4_4_1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6ee15f2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6ee15f2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6fc6db8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6fc6db8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6d32653a4_4_154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3e6d32653a4_4_1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improvements would turn the prototype into a full game.</a:t>
            </a:r>
            <a:endParaRPr/>
          </a:p>
        </p:txBody>
      </p:sp>
      <p:sp>
        <p:nvSpPr>
          <p:cNvPr id="184" name="Google Shape;184;g3e6d32653a4_4_1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b545376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b545376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6d32653a4_4_160:notes"/>
          <p:cNvSpPr/>
          <p:nvPr>
            <p:ph idx="2" type="sldImg"/>
          </p:nvPr>
        </p:nvSpPr>
        <p:spPr>
          <a:xfrm>
            <a:off x="-500000" y="0"/>
            <a:ext cx="4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e6d32653a4_4_1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shows how basic systems come together to form a playable game.</a:t>
            </a:r>
            <a:endParaRPr/>
          </a:p>
        </p:txBody>
      </p:sp>
      <p:sp>
        <p:nvSpPr>
          <p:cNvPr id="197" name="Google Shape;197;g3e6d32653a4_4_1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457200" y="2143054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Parallel and Distributed Scaling Through a Top-Down Shooter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Top-Down Shooter?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 looks down from above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 moves in all directions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Enemies approach player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survival or combat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Top-Down Shooter (TDS) Prototype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with Python &amp; Pygame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2D game system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Focus: movement, enemies, spawning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a full shooter game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20050" y="96253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Idea	</a:t>
            </a:r>
            <a:endParaRPr/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457200" y="115900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Player = Processor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Enemies = </a:t>
            </a:r>
            <a:r>
              <a:rPr lang="en"/>
              <a:t>Workload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Shooting = Task Completion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vs Weak Scaling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Difficulty Scaling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4013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T</a:t>
            </a:r>
            <a:r>
              <a:rPr lang="en"/>
              <a:t>wo modes: Weak Scaling and Strong Scaling</a:t>
            </a:r>
            <a:endParaRPr/>
          </a:p>
          <a:p>
            <a:pPr indent="-4013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Difficulty increases over time (based on game time)</a:t>
            </a:r>
            <a:endParaRPr/>
          </a:p>
          <a:p>
            <a:pPr indent="-4013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Weak Scaling -&gt; gradual increase</a:t>
            </a:r>
            <a:endParaRPr/>
          </a:p>
          <a:p>
            <a:pPr indent="-4013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Strong Scaling -&gt; rapid increase</a:t>
            </a:r>
            <a:endParaRPr/>
          </a:p>
          <a:p>
            <a:pPr indent="-4013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Directly controls enemy spawn rate</a:t>
            </a:r>
            <a:endParaRPr/>
          </a:p>
          <a:p>
            <a:pPr indent="-40132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"/>
              <a:t>Higher difficulty = faster enemy spawning</a:t>
            </a:r>
            <a:endParaRPr/>
          </a:p>
          <a:p>
            <a:pPr indent="-236855" lvl="0" marL="342900" rtl="0" algn="l">
              <a:spcBef>
                <a:spcPts val="640"/>
              </a:spcBef>
              <a:spcAft>
                <a:spcPts val="0"/>
              </a:spcAft>
              <a:buSzPct val="56250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WALKTHROUGH</a:t>
            </a:r>
            <a:endParaRPr/>
          </a:p>
        </p:txBody>
      </p:sp>
      <p:sp>
        <p:nvSpPr>
          <p:cNvPr id="162" name="Google Shape;162;p30"/>
          <p:cNvSpPr txBox="1"/>
          <p:nvPr/>
        </p:nvSpPr>
        <p:spPr>
          <a:xfrm>
            <a:off x="645575" y="1418175"/>
            <a:ext cx="78741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ifficulties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 loop structure (update → render)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Player movement using keyboard input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Enemy spawn system based on difficulty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 detection system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simulation using workload loop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Issues / Bugs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Difficulty loop condition incorrect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Scaling functions not </a:t>
            </a:r>
            <a:r>
              <a:rPr lang="en"/>
              <a:t>working as intended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Spawn system not linked to difficulty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457200" y="2143054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Enemy count increases over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FPS should decrease as workload increases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Weak = slower increase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Strong = faster increase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/>
          </a:p>
        </p:txBody>
      </p:sp>
      <p:sp>
        <p:nvSpPr>
          <p:cNvPr id="187" name="Google Shape;187;p34"/>
          <p:cNvSpPr txBox="1"/>
          <p:nvPr>
            <p:ph idx="1" type="body"/>
          </p:nvPr>
        </p:nvSpPr>
        <p:spPr>
          <a:xfrm>
            <a:off x="457200" y="60242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health system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scoring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enemy AI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difficulty system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Ethics</a:t>
            </a:r>
            <a:endParaRPr/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real multithreading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FPS is simplified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Simulated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Demonstrates core game systems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real-time programming concepts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understanding of game design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